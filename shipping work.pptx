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D9E33-3B84-442E-8325-248DEE388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A20C5F-DFFA-C7A5-CE45-408C5093A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3CF5E9-3110-14D7-5CFB-21F13F999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DB4-0CB1-4A8D-88C9-99C219A4BB3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D4376C-9A29-E05C-61B2-8AC48EEA8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063F9A-9CBF-1A4E-0C11-F379CF24C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4DDF-7A1E-4495-BB23-AB33E9C379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79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02B65D-0ABD-CFAA-BFBA-1857A6F56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F67743-A543-1856-D9C3-39D1464AD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ABB62B-AEA1-3362-5CF4-D4BF1CCE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DB4-0CB1-4A8D-88C9-99C219A4BB3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4D66F6-6B0F-5C09-8688-6BADCE47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9B58FE-9538-8F7E-6185-5B9FFA15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4DDF-7A1E-4495-BB23-AB33E9C379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696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D59E1-F251-8316-92BF-71221020D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4A755C-979F-EBED-F9CB-90C291275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982352-6C38-2B78-0738-0C04E075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DB4-0CB1-4A8D-88C9-99C219A4BB3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E4C448-9589-BBB7-2CEA-D29448D98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4AA3EE-9CDC-0349-3191-8DEE95F5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4DDF-7A1E-4495-BB23-AB33E9C379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971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24006-F6A9-349D-1F0B-E43DEA067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AC74E4-92CD-2EB6-E2A3-EF2F401DF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0251FD-DB52-0C6E-D0F2-92C3105DC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49F643-8283-2D80-231E-60D24765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DB4-0CB1-4A8D-88C9-99C219A4BB3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AD641C-392F-C6D6-3E5E-9DBFE188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C2D53C-8CEC-5999-C568-08BF5309B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4DDF-7A1E-4495-BB23-AB33E9C379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72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0F2346-FAB1-6F49-7C08-9A20DE2CE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02EACE-29D8-895D-3234-A3F87EEBE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EACBD9-3A70-FB71-822B-61E062283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253DB2-AFFB-5A45-6ACD-EC7DD98D5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E2B78A-DEC1-4522-2DD7-3700D9C71C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FCA559B-3A3E-8CCB-D373-58C0979D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DB4-0CB1-4A8D-88C9-99C219A4BB3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DFCF65-CBEB-AD7C-C3D3-433A03F49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CDEF29-A16A-44E2-02B3-C7823578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4DDF-7A1E-4495-BB23-AB33E9C379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675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AC2E9C-6710-61CA-DD9A-AF525141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70267D-9F77-D2C5-9298-0A09B465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DB4-0CB1-4A8D-88C9-99C219A4BB3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E3EA44-D2C1-6120-7E97-8D333B3F1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57BF61-AE98-0123-8E2F-B6B0BB84A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4DDF-7A1E-4495-BB23-AB33E9C379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432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9024DA-B724-45A5-BCE5-ECCDC72E1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DB4-0CB1-4A8D-88C9-99C219A4BB3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075DED-1F73-F0EA-34A3-3F50A6834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818F96-CD3E-86F1-D6E1-09EABE337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4DDF-7A1E-4495-BB23-AB33E9C379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587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EFD9CC-C497-AC5C-7F75-E8693EFC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134535-2A9F-CA75-4158-CD5DB2474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7B6578-A12D-F7B4-F7A6-FA0D3EAAD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8F3CAE-D9D7-8D42-8E9B-C856BAE88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DB4-0CB1-4A8D-88C9-99C219A4BB3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F62003-C3E1-2BA4-1D40-8A8B3580C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73DD77-BF9B-43CD-8DEC-6FE18A0F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4DDF-7A1E-4495-BB23-AB33E9C379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165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BE0893-4716-A18E-8000-7BC9D5E97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1DEE67-3BF3-1F15-3224-8FE00B17A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C8EA1F-252C-4C54-25C4-650210E8D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6C1E4E-DD2F-8A38-B05C-1F7F6CDDB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DB4-0CB1-4A8D-88C9-99C219A4BB3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F314C1-F82F-FD2B-6C1B-A760ACF2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6F20B8-1158-8E14-83B3-03AC1A93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4DDF-7A1E-4495-BB23-AB33E9C379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917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E5CDD0-E4C3-3BF9-4655-F755570D9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5D1026-C425-E881-06A3-BA1F0BB60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C37C6E-2A52-DA8D-F5C2-2B1D42FB4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DB4-0CB1-4A8D-88C9-99C219A4BB3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C0E3FF-1415-260B-4E98-F01110FF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358C1E-244C-66E0-4326-5AD3126D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4DDF-7A1E-4495-BB23-AB33E9C379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639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AA2CF00-2D04-9A78-5B89-25BA7C514F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3822D3-16C6-16D5-2BC0-319705572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05FBF-5C80-ADFB-962D-860189557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91DB4-0CB1-4A8D-88C9-99C219A4BB3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D1E57C-BCA6-D767-3B2F-6C6252B4F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7F311A-FE08-7FEE-7AE4-470D8EC7B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F4DDF-7A1E-4495-BB23-AB33E9C379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350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4601D1-2D39-E7CF-5CAC-C8A9B272C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414B17-09AD-D569-BAD1-74DAB7395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4B936D-274B-4FC4-75A4-BFA9C1BD2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91DB4-0CB1-4A8D-88C9-99C219A4BB30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38A454-8688-9FAA-0D01-918F97A3E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BCA339-B73B-5559-1280-ECECDD68A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F4DDF-7A1E-4495-BB23-AB33E9C379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328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DBDA1-D91C-AC9C-15D7-A99BEF384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1210"/>
            <a:ext cx="9144000" cy="2387600"/>
          </a:xfrm>
        </p:spPr>
        <p:txBody>
          <a:bodyPr/>
          <a:lstStyle/>
          <a:p>
            <a:r>
              <a:rPr lang="en-US" altLang="zh-CN" dirty="0"/>
              <a:t>SHIPPING WORK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623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178511-B762-6851-0B95-FAAFE5B69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AUTOLIV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F5FB19-6007-10BC-A17C-784C58D15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12" y="1253331"/>
            <a:ext cx="10515600" cy="4351338"/>
          </a:xfrm>
        </p:spPr>
        <p:txBody>
          <a:bodyPr/>
          <a:lstStyle/>
          <a:p>
            <a:r>
              <a:rPr lang="zh-CN" altLang="en-US" dirty="0"/>
              <a:t>查看</a:t>
            </a:r>
            <a:r>
              <a:rPr lang="en-US" altLang="zh-CN" dirty="0"/>
              <a:t>PO</a:t>
            </a:r>
            <a:r>
              <a:rPr lang="zh-CN" altLang="en-US" dirty="0"/>
              <a:t>，按数量区分：只有一侧则为样件标示卡</a:t>
            </a:r>
            <a:r>
              <a:rPr lang="en-US" altLang="zh-CN" dirty="0"/>
              <a:t>1</a:t>
            </a:r>
            <a:r>
              <a:rPr lang="zh-CN" altLang="en-US" dirty="0"/>
              <a:t>，有两侧为样件标示卡</a:t>
            </a:r>
            <a:r>
              <a:rPr lang="en-US" altLang="zh-CN" dirty="0"/>
              <a:t>2.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B42E81-E97A-388D-6CB2-7E6E07EDA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86" y="2303628"/>
            <a:ext cx="5837714" cy="37383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9E6E062-9A5B-4B80-BA17-89FBB745F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794" y="2552807"/>
            <a:ext cx="5047823" cy="348921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2DA8315-A25B-D85D-508D-0610D3CD289E}"/>
              </a:ext>
            </a:extLst>
          </p:cNvPr>
          <p:cNvSpPr txBox="1"/>
          <p:nvPr/>
        </p:nvSpPr>
        <p:spPr>
          <a:xfrm>
            <a:off x="110412" y="2552807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样件标示卡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EA6B781-4D42-6598-C937-B560AFF8476A}"/>
              </a:ext>
            </a:extLst>
          </p:cNvPr>
          <p:cNvSpPr txBox="1"/>
          <p:nvPr/>
        </p:nvSpPr>
        <p:spPr>
          <a:xfrm>
            <a:off x="6482443" y="264691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样件标示卡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179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8416FC3B-D093-0932-6F08-A824BD453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89" y="1649008"/>
            <a:ext cx="4107094" cy="376759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34F5791-3E4D-7E2D-D0D5-BA134632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1" y="-368261"/>
            <a:ext cx="10515600" cy="1325563"/>
          </a:xfrm>
        </p:spPr>
        <p:txBody>
          <a:bodyPr/>
          <a:lstStyle/>
          <a:p>
            <a:r>
              <a:rPr lang="zh-CN" altLang="en-US" dirty="0"/>
              <a:t>样件标示卡</a:t>
            </a:r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732DE8-51F0-CFAB-F69B-2CC024174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9020"/>
            <a:ext cx="5179783" cy="4457380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0D7B61F-C8A3-2932-755F-55AC1918E4A4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5801353" y="4450577"/>
            <a:ext cx="1063794" cy="1637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CA2EB83-041C-6D9B-7402-002B652731C0}"/>
              </a:ext>
            </a:extLst>
          </p:cNvPr>
          <p:cNvSpPr/>
          <p:nvPr/>
        </p:nvSpPr>
        <p:spPr>
          <a:xfrm>
            <a:off x="4618012" y="5675780"/>
            <a:ext cx="1183341" cy="8247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PO</a:t>
            </a:r>
            <a:r>
              <a:rPr lang="zh-CN" altLang="en-US" sz="1400" dirty="0"/>
              <a:t>内信息对照填写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0C46F74-5381-73DF-D6BD-F45920A94602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2662517" y="5128933"/>
            <a:ext cx="1955495" cy="959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484C6D5-6BE4-CB83-608A-E0C489E23F29}"/>
              </a:ext>
            </a:extLst>
          </p:cNvPr>
          <p:cNvCxnSpPr>
            <a:cxnSpLocks/>
          </p:cNvCxnSpPr>
          <p:nvPr/>
        </p:nvCxnSpPr>
        <p:spPr>
          <a:xfrm>
            <a:off x="4028446" y="1936376"/>
            <a:ext cx="2300636" cy="272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DBCB9360-2B76-AA0F-11A8-30D25A47F9AC}"/>
              </a:ext>
            </a:extLst>
          </p:cNvPr>
          <p:cNvCxnSpPr>
            <a:cxnSpLocks/>
          </p:cNvCxnSpPr>
          <p:nvPr/>
        </p:nvCxnSpPr>
        <p:spPr>
          <a:xfrm flipV="1">
            <a:off x="2034988" y="2296745"/>
            <a:ext cx="6131859" cy="809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14F7082-7D9E-845A-C151-AF8033E7F100}"/>
              </a:ext>
            </a:extLst>
          </p:cNvPr>
          <p:cNvCxnSpPr>
            <a:cxnSpLocks/>
          </p:cNvCxnSpPr>
          <p:nvPr/>
        </p:nvCxnSpPr>
        <p:spPr>
          <a:xfrm flipV="1">
            <a:off x="1237129" y="2604229"/>
            <a:ext cx="5090136" cy="23353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F3627EA-3CFE-AEF0-A397-9D2C90EAC9D3}"/>
              </a:ext>
            </a:extLst>
          </p:cNvPr>
          <p:cNvCxnSpPr>
            <a:cxnSpLocks/>
          </p:cNvCxnSpPr>
          <p:nvPr/>
        </p:nvCxnSpPr>
        <p:spPr>
          <a:xfrm flipV="1">
            <a:off x="2034988" y="2600237"/>
            <a:ext cx="6131859" cy="23393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67C26CA-DEA0-9F37-20BC-EEF0D3563630}"/>
              </a:ext>
            </a:extLst>
          </p:cNvPr>
          <p:cNvCxnSpPr>
            <a:cxnSpLocks/>
          </p:cNvCxnSpPr>
          <p:nvPr/>
        </p:nvCxnSpPr>
        <p:spPr>
          <a:xfrm flipV="1">
            <a:off x="3576918" y="2870157"/>
            <a:ext cx="2786206" cy="20693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3CED2F6F-8551-9C49-25B5-3CF00C5D753E}"/>
              </a:ext>
            </a:extLst>
          </p:cNvPr>
          <p:cNvCxnSpPr>
            <a:cxnSpLocks/>
          </p:cNvCxnSpPr>
          <p:nvPr/>
        </p:nvCxnSpPr>
        <p:spPr>
          <a:xfrm flipV="1">
            <a:off x="4195482" y="2870157"/>
            <a:ext cx="3971365" cy="98466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38E92AB-2D2B-1AAB-E843-94299721D096}"/>
              </a:ext>
            </a:extLst>
          </p:cNvPr>
          <p:cNvCxnSpPr>
            <a:cxnSpLocks/>
            <a:stCxn id="40" idx="0"/>
          </p:cNvCxnSpPr>
          <p:nvPr/>
        </p:nvCxnSpPr>
        <p:spPr>
          <a:xfrm flipH="1" flipV="1">
            <a:off x="7244111" y="3204883"/>
            <a:ext cx="450271" cy="2272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393BE140-2394-7749-E8EB-8E7D8E03949D}"/>
              </a:ext>
            </a:extLst>
          </p:cNvPr>
          <p:cNvSpPr txBox="1"/>
          <p:nvPr/>
        </p:nvSpPr>
        <p:spPr>
          <a:xfrm>
            <a:off x="7340276" y="5477435"/>
            <a:ext cx="708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出厂日期无需填写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6D2C21CD-182D-59F8-7620-85E273A4C388}"/>
              </a:ext>
            </a:extLst>
          </p:cNvPr>
          <p:cNvCxnSpPr/>
          <p:nvPr/>
        </p:nvCxnSpPr>
        <p:spPr>
          <a:xfrm>
            <a:off x="5209682" y="294520"/>
            <a:ext cx="4176365" cy="281173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FA7B3F7A-86BF-254D-292C-A013FBBEB2A8}"/>
              </a:ext>
            </a:extLst>
          </p:cNvPr>
          <p:cNvCxnSpPr/>
          <p:nvPr/>
        </p:nvCxnSpPr>
        <p:spPr>
          <a:xfrm flipH="1">
            <a:off x="4509247" y="294520"/>
            <a:ext cx="669517" cy="2811732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904CC1DA-F01E-4DE5-EBFB-4E4F2D067A0E}"/>
              </a:ext>
            </a:extLst>
          </p:cNvPr>
          <p:cNvSpPr txBox="1"/>
          <p:nvPr/>
        </p:nvSpPr>
        <p:spPr>
          <a:xfrm>
            <a:off x="9658876" y="2459921"/>
            <a:ext cx="2355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PO</a:t>
            </a:r>
            <a:r>
              <a:rPr lang="zh-CN" altLang="en-US" dirty="0"/>
              <a:t>内为</a:t>
            </a:r>
            <a:r>
              <a:rPr lang="en-US" altLang="zh-CN" dirty="0"/>
              <a:t>3731 </a:t>
            </a:r>
            <a:r>
              <a:rPr lang="zh-CN" altLang="en-US" dirty="0"/>
              <a:t>备注：送至仓库 标志</a:t>
            </a:r>
            <a:r>
              <a:rPr lang="en-US" altLang="zh-CN" dirty="0"/>
              <a:t>2 3731</a:t>
            </a:r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566CE50-1887-F63A-DB26-48943FEE8BA8}"/>
              </a:ext>
            </a:extLst>
          </p:cNvPr>
          <p:cNvSpPr txBox="1"/>
          <p:nvPr/>
        </p:nvSpPr>
        <p:spPr>
          <a:xfrm>
            <a:off x="9658876" y="3208492"/>
            <a:ext cx="2355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PO</a:t>
            </a:r>
            <a:r>
              <a:rPr lang="zh-CN" altLang="en-US" dirty="0"/>
              <a:t>内为</a:t>
            </a:r>
            <a:r>
              <a:rPr lang="en-US" altLang="zh-CN" dirty="0"/>
              <a:t>3732 </a:t>
            </a:r>
            <a:r>
              <a:rPr lang="zh-CN" altLang="en-US" dirty="0"/>
              <a:t>备注：送至仓库 标志</a:t>
            </a:r>
            <a:r>
              <a:rPr lang="en-US" altLang="zh-CN" dirty="0"/>
              <a:t>1 3732</a:t>
            </a:r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6F88ED7-39B4-0752-DCB0-1E38C3288C0B}"/>
              </a:ext>
            </a:extLst>
          </p:cNvPr>
          <p:cNvSpPr txBox="1"/>
          <p:nvPr/>
        </p:nvSpPr>
        <p:spPr>
          <a:xfrm>
            <a:off x="9658876" y="3962540"/>
            <a:ext cx="2355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PO</a:t>
            </a:r>
            <a:r>
              <a:rPr lang="zh-CN" altLang="en-US" dirty="0"/>
              <a:t>内不是以上两个 备注：送至仓库</a:t>
            </a:r>
          </a:p>
        </p:txBody>
      </p:sp>
      <p:sp>
        <p:nvSpPr>
          <p:cNvPr id="67" name="左大括号 66">
            <a:extLst>
              <a:ext uri="{FF2B5EF4-FFF2-40B4-BE49-F238E27FC236}">
                <a16:creationId xmlns:a16="http://schemas.microsoft.com/office/drawing/2014/main" id="{179011C2-447E-0C05-84B9-03880350E1F4}"/>
              </a:ext>
            </a:extLst>
          </p:cNvPr>
          <p:cNvSpPr/>
          <p:nvPr/>
        </p:nvSpPr>
        <p:spPr>
          <a:xfrm>
            <a:off x="9386046" y="2600237"/>
            <a:ext cx="356143" cy="1944869"/>
          </a:xfrm>
          <a:prstGeom prst="leftBrace">
            <a:avLst>
              <a:gd name="adj1" fmla="val 8333"/>
              <a:gd name="adj2" fmla="val 2649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93678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34A78D-2259-590C-0FD6-1789BECF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zh-CN" altLang="en-US" dirty="0"/>
              <a:t>样件标示卡</a:t>
            </a:r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5D7CF90-0518-2721-6ADF-F2CCE1591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44307"/>
            <a:ext cx="4607859" cy="42165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3F20FD0-BA0D-F703-9D53-A6E3087BD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980" y="1577788"/>
            <a:ext cx="7250020" cy="3563668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1A17B1B-42B3-8794-A17C-14CE27F7FCAE}"/>
              </a:ext>
            </a:extLst>
          </p:cNvPr>
          <p:cNvCxnSpPr/>
          <p:nvPr/>
        </p:nvCxnSpPr>
        <p:spPr>
          <a:xfrm flipV="1">
            <a:off x="6723529" y="3065929"/>
            <a:ext cx="1004047" cy="3325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144BE82-F70C-23E7-45FB-ABF61421044E}"/>
              </a:ext>
            </a:extLst>
          </p:cNvPr>
          <p:cNvCxnSpPr/>
          <p:nvPr/>
        </p:nvCxnSpPr>
        <p:spPr>
          <a:xfrm flipH="1" flipV="1">
            <a:off x="3397624" y="2931459"/>
            <a:ext cx="3307976" cy="3469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096515D-FC79-67C6-86AA-8046515FABD4}"/>
              </a:ext>
            </a:extLst>
          </p:cNvPr>
          <p:cNvCxnSpPr/>
          <p:nvPr/>
        </p:nvCxnSpPr>
        <p:spPr>
          <a:xfrm flipV="1">
            <a:off x="6723529" y="3065929"/>
            <a:ext cx="4652683" cy="3325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7F606A54-7774-6822-0F75-D43807BC3957}"/>
              </a:ext>
            </a:extLst>
          </p:cNvPr>
          <p:cNvSpPr txBox="1"/>
          <p:nvPr/>
        </p:nvSpPr>
        <p:spPr>
          <a:xfrm>
            <a:off x="6096000" y="6378020"/>
            <a:ext cx="1927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备注修改示例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AFE1DE-A639-45CA-1ADB-E7DCC85A3A82}"/>
              </a:ext>
            </a:extLst>
          </p:cNvPr>
          <p:cNvSpPr txBox="1"/>
          <p:nvPr/>
        </p:nvSpPr>
        <p:spPr>
          <a:xfrm>
            <a:off x="7467599" y="795337"/>
            <a:ext cx="2635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内容与标识卡</a:t>
            </a:r>
            <a:r>
              <a:rPr lang="en-US" altLang="zh-CN" dirty="0"/>
              <a:t>1 </a:t>
            </a:r>
            <a:r>
              <a:rPr lang="zh-CN" altLang="en-US" dirty="0"/>
              <a:t>相同，完成两份</a:t>
            </a:r>
          </a:p>
        </p:txBody>
      </p:sp>
    </p:spTree>
    <p:extLst>
      <p:ext uri="{BB962C8B-B14F-4D97-AF65-F5344CB8AC3E}">
        <p14:creationId xmlns:p14="http://schemas.microsoft.com/office/powerpoint/2010/main" val="3092868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35444A-F36B-2CF6-0BC3-BFFD445C8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ZF</a:t>
            </a:r>
            <a:br>
              <a:rPr lang="en-US" altLang="zh-CN" sz="3200" dirty="0"/>
            </a:br>
            <a:r>
              <a:rPr lang="en-US" altLang="zh-CN" sz="3200" dirty="0"/>
              <a:t>0159</a:t>
            </a:r>
            <a:endParaRPr lang="zh-CN" altLang="en-US" sz="32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B24ACC2-FF27-9CE2-9A06-D8CF913DF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58" y="18255"/>
            <a:ext cx="10515600" cy="2921765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68A6903-79EC-DA39-408A-5F483944B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488" y="2249269"/>
            <a:ext cx="8542857" cy="4590476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C7C45EF-B78B-EE6A-AC5B-1D66A41F35A4}"/>
              </a:ext>
            </a:extLst>
          </p:cNvPr>
          <p:cNvCxnSpPr/>
          <p:nvPr/>
        </p:nvCxnSpPr>
        <p:spPr>
          <a:xfrm flipH="1">
            <a:off x="9457765" y="1515035"/>
            <a:ext cx="1532964" cy="1801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0C23AC3-6BF7-F83F-06DC-BCAD64A4A440}"/>
              </a:ext>
            </a:extLst>
          </p:cNvPr>
          <p:cNvCxnSpPr>
            <a:cxnSpLocks/>
          </p:cNvCxnSpPr>
          <p:nvPr/>
        </p:nvCxnSpPr>
        <p:spPr>
          <a:xfrm>
            <a:off x="2438400" y="322729"/>
            <a:ext cx="5665696" cy="3595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46C4BA7-63BC-2DF8-FD02-6276F502F4BD}"/>
              </a:ext>
            </a:extLst>
          </p:cNvPr>
          <p:cNvCxnSpPr>
            <a:cxnSpLocks/>
          </p:cNvCxnSpPr>
          <p:nvPr/>
        </p:nvCxnSpPr>
        <p:spPr>
          <a:xfrm>
            <a:off x="6589059" y="1515035"/>
            <a:ext cx="1963270" cy="2949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CF7F0EF-586A-9A5A-E045-AFE122D3DEB9}"/>
              </a:ext>
            </a:extLst>
          </p:cNvPr>
          <p:cNvCxnSpPr/>
          <p:nvPr/>
        </p:nvCxnSpPr>
        <p:spPr>
          <a:xfrm>
            <a:off x="2886634" y="1577788"/>
            <a:ext cx="120127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7447D3B-1E50-E125-5291-C6688D819059}"/>
              </a:ext>
            </a:extLst>
          </p:cNvPr>
          <p:cNvCxnSpPr/>
          <p:nvPr/>
        </p:nvCxnSpPr>
        <p:spPr>
          <a:xfrm>
            <a:off x="2886634" y="1416424"/>
            <a:ext cx="120127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438CAA4-9541-F6C6-04A0-95DED1CFF6A0}"/>
              </a:ext>
            </a:extLst>
          </p:cNvPr>
          <p:cNvCxnSpPr/>
          <p:nvPr/>
        </p:nvCxnSpPr>
        <p:spPr>
          <a:xfrm>
            <a:off x="4087905" y="1416424"/>
            <a:ext cx="0" cy="4034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DF511953-179A-DAF0-25FE-5A7D44A2D7B2}"/>
              </a:ext>
            </a:extLst>
          </p:cNvPr>
          <p:cNvSpPr txBox="1"/>
          <p:nvPr/>
        </p:nvSpPr>
        <p:spPr>
          <a:xfrm>
            <a:off x="35855" y="4941886"/>
            <a:ext cx="15867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物料内若为</a:t>
            </a:r>
            <a:r>
              <a:rPr lang="en-US" altLang="zh-CN" dirty="0"/>
              <a:t>CAB </a:t>
            </a:r>
            <a:r>
              <a:rPr lang="zh-CN" altLang="en-US" dirty="0"/>
              <a:t>编号则为</a:t>
            </a:r>
            <a:r>
              <a:rPr lang="en-US" altLang="zh-CN" dirty="0"/>
              <a:t>1600247A</a:t>
            </a:r>
            <a:r>
              <a:rPr lang="zh-CN" altLang="en-US" dirty="0"/>
              <a:t>，其余都为</a:t>
            </a:r>
            <a:r>
              <a:rPr lang="en-US" altLang="zh-CN" dirty="0"/>
              <a:t>1600246A</a:t>
            </a:r>
            <a:endParaRPr lang="zh-CN" altLang="en-US" dirty="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A40AFEF-A897-4086-6E6B-28AC60878E94}"/>
              </a:ext>
            </a:extLst>
          </p:cNvPr>
          <p:cNvCxnSpPr>
            <a:endCxn id="27" idx="0"/>
          </p:cNvCxnSpPr>
          <p:nvPr/>
        </p:nvCxnSpPr>
        <p:spPr>
          <a:xfrm flipH="1">
            <a:off x="829231" y="1479137"/>
            <a:ext cx="2371169" cy="3462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C7509E79-A6A4-75F4-EB44-DA758B52114C}"/>
              </a:ext>
            </a:extLst>
          </p:cNvPr>
          <p:cNvCxnSpPr/>
          <p:nvPr/>
        </p:nvCxnSpPr>
        <p:spPr>
          <a:xfrm flipH="1">
            <a:off x="4760259" y="1515035"/>
            <a:ext cx="242047" cy="4231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BEACBB7F-A3B4-D2DA-01DF-BC10E4951C72}"/>
              </a:ext>
            </a:extLst>
          </p:cNvPr>
          <p:cNvCxnSpPr/>
          <p:nvPr/>
        </p:nvCxnSpPr>
        <p:spPr>
          <a:xfrm>
            <a:off x="5163671" y="1515035"/>
            <a:ext cx="3209364" cy="4356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0531ABF0-AA68-91CC-C0D7-95B35AB412E7}"/>
              </a:ext>
            </a:extLst>
          </p:cNvPr>
          <p:cNvCxnSpPr/>
          <p:nvPr/>
        </p:nvCxnSpPr>
        <p:spPr>
          <a:xfrm flipH="1">
            <a:off x="5961529" y="1515035"/>
            <a:ext cx="1936377" cy="3872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F58AB8A-702F-99FC-2325-9DE6A83B78CD}"/>
              </a:ext>
            </a:extLst>
          </p:cNvPr>
          <p:cNvCxnSpPr/>
          <p:nvPr/>
        </p:nvCxnSpPr>
        <p:spPr>
          <a:xfrm>
            <a:off x="1900518" y="1416424"/>
            <a:ext cx="7225553" cy="4392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404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B641F90-7CA4-A034-4FB2-260915A87641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/>
              <a:t>ZF</a:t>
            </a:r>
            <a:br>
              <a:rPr lang="en-US" altLang="zh-CN" sz="3200" dirty="0"/>
            </a:br>
            <a:r>
              <a:rPr lang="en-US" altLang="zh-CN" sz="3200" dirty="0"/>
              <a:t>0361</a:t>
            </a:r>
            <a:endParaRPr lang="zh-CN" altLang="en-US" sz="3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4576AA-19DF-B572-4DE6-B07A5BFEE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52" y="18255"/>
            <a:ext cx="9780495" cy="316371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F6B0B28-30A9-B45D-E809-1A2EDDFE2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682" y="3466064"/>
            <a:ext cx="9215718" cy="3391936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557DA6B-6C9A-6940-3268-7C90A10CADE1}"/>
              </a:ext>
            </a:extLst>
          </p:cNvPr>
          <p:cNvCxnSpPr/>
          <p:nvPr/>
        </p:nvCxnSpPr>
        <p:spPr>
          <a:xfrm>
            <a:off x="1739153" y="1667435"/>
            <a:ext cx="394447" cy="3299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B9C8E79-BFD7-D681-041A-A87926730C79}"/>
              </a:ext>
            </a:extLst>
          </p:cNvPr>
          <p:cNvCxnSpPr/>
          <p:nvPr/>
        </p:nvCxnSpPr>
        <p:spPr>
          <a:xfrm>
            <a:off x="3065929" y="1667435"/>
            <a:ext cx="65442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5F435CD-6A03-26B3-B820-D8D9CA801F64}"/>
              </a:ext>
            </a:extLst>
          </p:cNvPr>
          <p:cNvCxnSpPr/>
          <p:nvPr/>
        </p:nvCxnSpPr>
        <p:spPr>
          <a:xfrm flipH="1">
            <a:off x="3325906" y="1667435"/>
            <a:ext cx="71718" cy="3299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EB16168-EA35-59DE-5B91-F685E51908BD}"/>
              </a:ext>
            </a:extLst>
          </p:cNvPr>
          <p:cNvCxnSpPr/>
          <p:nvPr/>
        </p:nvCxnSpPr>
        <p:spPr>
          <a:xfrm flipH="1">
            <a:off x="4159624" y="1667435"/>
            <a:ext cx="6203576" cy="3299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529204F-53E8-8509-B557-788641F85AED}"/>
              </a:ext>
            </a:extLst>
          </p:cNvPr>
          <p:cNvCxnSpPr/>
          <p:nvPr/>
        </p:nvCxnSpPr>
        <p:spPr>
          <a:xfrm flipH="1">
            <a:off x="4661647" y="1667435"/>
            <a:ext cx="322729" cy="3299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7BA85AA-D9BD-F52A-14F2-98EE376575DB}"/>
              </a:ext>
            </a:extLst>
          </p:cNvPr>
          <p:cNvCxnSpPr>
            <a:cxnSpLocks/>
          </p:cNvCxnSpPr>
          <p:nvPr/>
        </p:nvCxnSpPr>
        <p:spPr>
          <a:xfrm>
            <a:off x="4724400" y="5271247"/>
            <a:ext cx="1084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61A071E-FEB7-0367-C1DB-449A718B4BF4}"/>
              </a:ext>
            </a:extLst>
          </p:cNvPr>
          <p:cNvCxnSpPr/>
          <p:nvPr/>
        </p:nvCxnSpPr>
        <p:spPr>
          <a:xfrm>
            <a:off x="5880847" y="5262282"/>
            <a:ext cx="215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A34507B-58C5-E5C1-3DDC-C787B82F5287}"/>
              </a:ext>
            </a:extLst>
          </p:cNvPr>
          <p:cNvCxnSpPr/>
          <p:nvPr/>
        </p:nvCxnSpPr>
        <p:spPr>
          <a:xfrm>
            <a:off x="6095999" y="1667435"/>
            <a:ext cx="1595719" cy="3299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7B43695-9DD0-AF4C-61FC-6CC4FC87C1A7}"/>
              </a:ext>
            </a:extLst>
          </p:cNvPr>
          <p:cNvCxnSpPr/>
          <p:nvPr/>
        </p:nvCxnSpPr>
        <p:spPr>
          <a:xfrm>
            <a:off x="6095999" y="1667435"/>
            <a:ext cx="3585883" cy="2205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11789FD-CB2A-6F7F-AF8C-43D13A553CF4}"/>
              </a:ext>
            </a:extLst>
          </p:cNvPr>
          <p:cNvCxnSpPr/>
          <p:nvPr/>
        </p:nvCxnSpPr>
        <p:spPr>
          <a:xfrm>
            <a:off x="6499412" y="1600110"/>
            <a:ext cx="2931459" cy="2487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23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30C790-3B1A-E2AE-E543-3D801A1BB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690688"/>
          </a:xfrm>
        </p:spPr>
        <p:txBody>
          <a:bodyPr/>
          <a:lstStyle/>
          <a:p>
            <a:r>
              <a:rPr lang="en-US" altLang="zh-CN" dirty="0"/>
              <a:t>ZF</a:t>
            </a:r>
            <a:br>
              <a:rPr lang="en-US" altLang="zh-CN" dirty="0"/>
            </a:br>
            <a:r>
              <a:rPr lang="en-US" altLang="zh-CN" dirty="0"/>
              <a:t>3385</a:t>
            </a:r>
            <a:endParaRPr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D3DA4DC7-9AFB-22FB-39D4-CD46DB204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96486"/>
            <a:ext cx="10515600" cy="20096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1B5B03B-E633-DBBE-81DD-2184586DE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295" y="0"/>
            <a:ext cx="10522309" cy="1690688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1FD9AE9-18F2-70C1-FEF3-C7F2299A689B}"/>
              </a:ext>
            </a:extLst>
          </p:cNvPr>
          <p:cNvCxnSpPr/>
          <p:nvPr/>
        </p:nvCxnSpPr>
        <p:spPr>
          <a:xfrm flipH="1">
            <a:off x="3908612" y="1425388"/>
            <a:ext cx="7637929" cy="2312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B950EA4-F95E-1B42-4F96-9FB5234F7740}"/>
              </a:ext>
            </a:extLst>
          </p:cNvPr>
          <p:cNvCxnSpPr/>
          <p:nvPr/>
        </p:nvCxnSpPr>
        <p:spPr>
          <a:xfrm flipH="1">
            <a:off x="4061012" y="1425388"/>
            <a:ext cx="3164541" cy="2447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428C05B-7BE2-F232-4B9E-32F5296274AC}"/>
              </a:ext>
            </a:extLst>
          </p:cNvPr>
          <p:cNvCxnSpPr/>
          <p:nvPr/>
        </p:nvCxnSpPr>
        <p:spPr>
          <a:xfrm>
            <a:off x="6606988" y="1425388"/>
            <a:ext cx="2698377" cy="2003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056154D-9626-BDDA-3BCB-A226E1EBEB0E}"/>
              </a:ext>
            </a:extLst>
          </p:cNvPr>
          <p:cNvCxnSpPr/>
          <p:nvPr/>
        </p:nvCxnSpPr>
        <p:spPr>
          <a:xfrm flipH="1">
            <a:off x="1443318" y="1425388"/>
            <a:ext cx="618564" cy="3352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6F6A2CC-4FE8-A294-0762-2FE7671FA4BE}"/>
              </a:ext>
            </a:extLst>
          </p:cNvPr>
          <p:cNvCxnSpPr/>
          <p:nvPr/>
        </p:nvCxnSpPr>
        <p:spPr>
          <a:xfrm flipH="1">
            <a:off x="3021106" y="1425388"/>
            <a:ext cx="887506" cy="3334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D12AED5-1B30-4B33-7B1F-600245EA121D}"/>
              </a:ext>
            </a:extLst>
          </p:cNvPr>
          <p:cNvCxnSpPr/>
          <p:nvPr/>
        </p:nvCxnSpPr>
        <p:spPr>
          <a:xfrm>
            <a:off x="3370729" y="1425388"/>
            <a:ext cx="99508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9DCA775-4B24-9373-FACF-81B267F70291}"/>
              </a:ext>
            </a:extLst>
          </p:cNvPr>
          <p:cNvCxnSpPr>
            <a:cxnSpLocks/>
          </p:cNvCxnSpPr>
          <p:nvPr/>
        </p:nvCxnSpPr>
        <p:spPr>
          <a:xfrm flipH="1" flipV="1">
            <a:off x="2061882" y="4939553"/>
            <a:ext cx="466165" cy="340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A263403-76E3-6C41-8E97-FB157BC6C514}"/>
              </a:ext>
            </a:extLst>
          </p:cNvPr>
          <p:cNvCxnSpPr/>
          <p:nvPr/>
        </p:nvCxnSpPr>
        <p:spPr>
          <a:xfrm>
            <a:off x="2528047" y="4867835"/>
            <a:ext cx="63649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7BD22F3-43B5-5613-381A-A83A0151080D}"/>
              </a:ext>
            </a:extLst>
          </p:cNvPr>
          <p:cNvCxnSpPr/>
          <p:nvPr/>
        </p:nvCxnSpPr>
        <p:spPr>
          <a:xfrm flipV="1">
            <a:off x="2528047" y="4939553"/>
            <a:ext cx="304800" cy="376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33AAD05-54D3-2CAA-5437-76B5D9355E28}"/>
              </a:ext>
            </a:extLst>
          </p:cNvPr>
          <p:cNvCxnSpPr/>
          <p:nvPr/>
        </p:nvCxnSpPr>
        <p:spPr>
          <a:xfrm flipH="1">
            <a:off x="3845859" y="1604682"/>
            <a:ext cx="1801906" cy="2761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C44DDEA3-4DB9-FA04-2DCB-CE7B78E608E0}"/>
              </a:ext>
            </a:extLst>
          </p:cNvPr>
          <p:cNvSpPr txBox="1"/>
          <p:nvPr/>
        </p:nvSpPr>
        <p:spPr>
          <a:xfrm>
            <a:off x="4834218" y="5181600"/>
            <a:ext cx="842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默认</a:t>
            </a:r>
            <a:r>
              <a:rPr lang="en-US" altLang="zh-CN" dirty="0"/>
              <a:t>1</a:t>
            </a:r>
          </a:p>
          <a:p>
            <a:endParaRPr lang="zh-CN" altLang="en-US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19A495A-0355-7484-E99A-A31890B990DB}"/>
              </a:ext>
            </a:extLst>
          </p:cNvPr>
          <p:cNvCxnSpPr/>
          <p:nvPr/>
        </p:nvCxnSpPr>
        <p:spPr>
          <a:xfrm flipH="1">
            <a:off x="7010400" y="1425388"/>
            <a:ext cx="1479176" cy="3334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266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C203-600C-8C36-9B18-B71759092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685" y="-45963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临港、合肥、宁波均胜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C60914-CE2C-834C-1072-151278F4A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969"/>
            <a:ext cx="12192000" cy="19836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9B0FED3-6118-AAA4-1C0C-BE011B1A7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13530"/>
            <a:ext cx="4958922" cy="337579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6D5E383-0D79-EC7B-14FC-F0ED2CDE0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714" y="3304980"/>
            <a:ext cx="4958922" cy="3368031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1B3CE38-E162-F569-6CC6-6A781B32E1C9}"/>
              </a:ext>
            </a:extLst>
          </p:cNvPr>
          <p:cNvCxnSpPr>
            <a:cxnSpLocks/>
          </p:cNvCxnSpPr>
          <p:nvPr/>
        </p:nvCxnSpPr>
        <p:spPr>
          <a:xfrm flipH="1">
            <a:off x="10524565" y="2097741"/>
            <a:ext cx="851647" cy="1739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ED5DB7C2-5638-D267-50D9-1ABB8428E934}"/>
              </a:ext>
            </a:extLst>
          </p:cNvPr>
          <p:cNvSpPr txBox="1"/>
          <p:nvPr/>
        </p:nvSpPr>
        <p:spPr>
          <a:xfrm>
            <a:off x="9035732" y="2773689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姓名前字母</a:t>
            </a:r>
            <a:r>
              <a:rPr lang="en-US" altLang="zh-CN" dirty="0"/>
              <a:t>&amp;</a:t>
            </a:r>
            <a:r>
              <a:rPr lang="zh-CN" altLang="en-US" dirty="0"/>
              <a:t>数字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230AD0D-E24F-74C0-E680-7586CD9E31FF}"/>
              </a:ext>
            </a:extLst>
          </p:cNvPr>
          <p:cNvCxnSpPr>
            <a:cxnSpLocks/>
          </p:cNvCxnSpPr>
          <p:nvPr/>
        </p:nvCxnSpPr>
        <p:spPr>
          <a:xfrm flipH="1">
            <a:off x="6571129" y="3098196"/>
            <a:ext cx="2796989" cy="1411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2AFEA8BD-F1CA-60AB-05C9-76545EC46654}"/>
              </a:ext>
            </a:extLst>
          </p:cNvPr>
          <p:cNvCxnSpPr/>
          <p:nvPr/>
        </p:nvCxnSpPr>
        <p:spPr>
          <a:xfrm>
            <a:off x="6445624" y="5522259"/>
            <a:ext cx="2026023" cy="98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AE2633EF-BF69-A312-EF37-2887AA33752B}"/>
              </a:ext>
            </a:extLst>
          </p:cNvPr>
          <p:cNvSpPr txBox="1"/>
          <p:nvPr/>
        </p:nvSpPr>
        <p:spPr>
          <a:xfrm>
            <a:off x="5056094" y="4804329"/>
            <a:ext cx="2088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输入姓名</a:t>
            </a:r>
            <a:r>
              <a:rPr lang="en-US" altLang="zh-CN" dirty="0"/>
              <a:t>/</a:t>
            </a:r>
            <a:r>
              <a:rPr lang="zh-CN" altLang="en-US" dirty="0"/>
              <a:t>金从丽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99FC523-F2DB-7B59-4497-12B14FE7035E}"/>
              </a:ext>
            </a:extLst>
          </p:cNvPr>
          <p:cNvCxnSpPr/>
          <p:nvPr/>
        </p:nvCxnSpPr>
        <p:spPr>
          <a:xfrm>
            <a:off x="9126071" y="3098196"/>
            <a:ext cx="4251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9B06602-7BD5-76D7-062B-9A081F24D945}"/>
              </a:ext>
            </a:extLst>
          </p:cNvPr>
          <p:cNvCxnSpPr/>
          <p:nvPr/>
        </p:nvCxnSpPr>
        <p:spPr>
          <a:xfrm>
            <a:off x="2250141" y="1281953"/>
            <a:ext cx="1936377" cy="4706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32AD8A78-BE47-9096-E3D1-20D3FE6A56E7}"/>
              </a:ext>
            </a:extLst>
          </p:cNvPr>
          <p:cNvSpPr txBox="1"/>
          <p:nvPr/>
        </p:nvSpPr>
        <p:spPr>
          <a:xfrm>
            <a:off x="5049261" y="2555257"/>
            <a:ext cx="2723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只填这三项（左右对应）</a:t>
            </a:r>
            <a:endParaRPr lang="en-US" altLang="zh-CN" dirty="0"/>
          </a:p>
          <a:p>
            <a:r>
              <a:rPr lang="zh-CN" altLang="en-US" dirty="0"/>
              <a:t>其余无需填写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D3AC87A-26B1-04C1-CC1F-C56062F87FCD}"/>
              </a:ext>
            </a:extLst>
          </p:cNvPr>
          <p:cNvSpPr txBox="1"/>
          <p:nvPr/>
        </p:nvSpPr>
        <p:spPr>
          <a:xfrm>
            <a:off x="80682" y="2402541"/>
            <a:ext cx="1802596" cy="371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STEP 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559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9DFC0-6953-63F1-B1DA-5D35B0971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EB7AA-AF5D-6354-D3A3-AD885881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685" y="-45963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临港、合肥、宁波均胜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3F9736-5F76-B8F1-0AC6-0DA67BC6A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331695"/>
            <a:ext cx="4958922" cy="337579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430B3CF-D1C2-7FDB-8AFB-F91D5AB7D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083" y="407699"/>
            <a:ext cx="4958922" cy="336803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FFCB2BF-AD09-3D2F-4F91-061496E38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8942" y="3775730"/>
            <a:ext cx="6323809" cy="300000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FBFE76F-3E78-C073-3A02-A490CB25630E}"/>
              </a:ext>
            </a:extLst>
          </p:cNvPr>
          <p:cNvCxnSpPr/>
          <p:nvPr/>
        </p:nvCxnSpPr>
        <p:spPr>
          <a:xfrm>
            <a:off x="3415553" y="865931"/>
            <a:ext cx="1192306" cy="4279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036054E-8E05-7F13-D040-4165C1750ED9}"/>
              </a:ext>
            </a:extLst>
          </p:cNvPr>
          <p:cNvCxnSpPr/>
          <p:nvPr/>
        </p:nvCxnSpPr>
        <p:spPr>
          <a:xfrm flipH="1">
            <a:off x="6472518" y="2761129"/>
            <a:ext cx="2570233" cy="2823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3BDD3C9-7325-0C7A-47CA-3BD8C190AE51}"/>
              </a:ext>
            </a:extLst>
          </p:cNvPr>
          <p:cNvSpPr txBox="1"/>
          <p:nvPr/>
        </p:nvSpPr>
        <p:spPr>
          <a:xfrm>
            <a:off x="6615953" y="540034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黑框后文字加阶段样件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9962F38-A549-F460-7519-1545257A01E1}"/>
              </a:ext>
            </a:extLst>
          </p:cNvPr>
          <p:cNvCxnSpPr/>
          <p:nvPr/>
        </p:nvCxnSpPr>
        <p:spPr>
          <a:xfrm>
            <a:off x="2479458" y="2402541"/>
            <a:ext cx="9360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60AE2B0-3951-E684-31D7-BC9590965E3A}"/>
              </a:ext>
            </a:extLst>
          </p:cNvPr>
          <p:cNvCxnSpPr/>
          <p:nvPr/>
        </p:nvCxnSpPr>
        <p:spPr>
          <a:xfrm>
            <a:off x="2823882" y="2402541"/>
            <a:ext cx="1613647" cy="3478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6A970C6-FB35-7EC5-EB32-92053D4FBD11}"/>
              </a:ext>
            </a:extLst>
          </p:cNvPr>
          <p:cNvCxnSpPr/>
          <p:nvPr/>
        </p:nvCxnSpPr>
        <p:spPr>
          <a:xfrm>
            <a:off x="4186518" y="1703294"/>
            <a:ext cx="772401" cy="4383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03AC39B-DB06-6B8C-EAD3-516D2891CCFB}"/>
              </a:ext>
            </a:extLst>
          </p:cNvPr>
          <p:cNvCxnSpPr/>
          <p:nvPr/>
        </p:nvCxnSpPr>
        <p:spPr>
          <a:xfrm flipH="1">
            <a:off x="5468471" y="1757082"/>
            <a:ext cx="3030070" cy="4312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611840E-2951-7B24-F2CA-5F3860709CFA}"/>
              </a:ext>
            </a:extLst>
          </p:cNvPr>
          <p:cNvCxnSpPr>
            <a:cxnSpLocks/>
          </p:cNvCxnSpPr>
          <p:nvPr/>
        </p:nvCxnSpPr>
        <p:spPr>
          <a:xfrm>
            <a:off x="842682" y="2091714"/>
            <a:ext cx="3738282" cy="4291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AC821958-35A2-3CD1-5B76-05BFA2E59D54}"/>
              </a:ext>
            </a:extLst>
          </p:cNvPr>
          <p:cNvSpPr txBox="1"/>
          <p:nvPr/>
        </p:nvSpPr>
        <p:spPr>
          <a:xfrm>
            <a:off x="67518" y="4051718"/>
            <a:ext cx="1802596" cy="371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STEP 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533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51896-0B71-2D71-B685-278E96AC3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ED674-B647-E743-40D7-5EBE58A79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685" y="-45963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临港、合肥、宁波均胜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ECFA4B-5B62-412E-387C-8C1034604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969"/>
            <a:ext cx="12192000" cy="198361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990B1BB-9612-B424-588E-ECDE19F77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719" y="2681274"/>
            <a:ext cx="7411836" cy="4176725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CBDD0C7-522D-8FA7-FE1C-62341CB3DB57}"/>
              </a:ext>
            </a:extLst>
          </p:cNvPr>
          <p:cNvCxnSpPr/>
          <p:nvPr/>
        </p:nvCxnSpPr>
        <p:spPr>
          <a:xfrm flipH="1">
            <a:off x="2886635" y="1891553"/>
            <a:ext cx="2967318" cy="137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AB93307-FBF3-159D-8C8A-4377F456B4F9}"/>
              </a:ext>
            </a:extLst>
          </p:cNvPr>
          <p:cNvCxnSpPr/>
          <p:nvPr/>
        </p:nvCxnSpPr>
        <p:spPr>
          <a:xfrm flipH="1">
            <a:off x="3003176" y="2106706"/>
            <a:ext cx="3550024" cy="4078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0EF79A4-23CD-F15C-7BC0-3A84D9E965D5}"/>
              </a:ext>
            </a:extLst>
          </p:cNvPr>
          <p:cNvCxnSpPr/>
          <p:nvPr/>
        </p:nvCxnSpPr>
        <p:spPr>
          <a:xfrm>
            <a:off x="1102659" y="1317812"/>
            <a:ext cx="5853953" cy="2357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3D54105-BDE9-BB97-E802-4395CA934660}"/>
              </a:ext>
            </a:extLst>
          </p:cNvPr>
          <p:cNvCxnSpPr/>
          <p:nvPr/>
        </p:nvCxnSpPr>
        <p:spPr>
          <a:xfrm>
            <a:off x="2321859" y="1048871"/>
            <a:ext cx="5118847" cy="2380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1247177-B8BB-46FB-6AA2-ADBFFD1FE2FD}"/>
              </a:ext>
            </a:extLst>
          </p:cNvPr>
          <p:cNvCxnSpPr>
            <a:cxnSpLocks/>
          </p:cNvCxnSpPr>
          <p:nvPr/>
        </p:nvCxnSpPr>
        <p:spPr>
          <a:xfrm flipH="1">
            <a:off x="3003176" y="2106705"/>
            <a:ext cx="8408895" cy="2241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5452784-5A2B-5559-77D9-CFF0FE645A2C}"/>
              </a:ext>
            </a:extLst>
          </p:cNvPr>
          <p:cNvCxnSpPr/>
          <p:nvPr/>
        </p:nvCxnSpPr>
        <p:spPr>
          <a:xfrm>
            <a:off x="7153835" y="3550024"/>
            <a:ext cx="35858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0DB03F0-ACB0-A087-D1BE-0B0D6282EEC5}"/>
              </a:ext>
            </a:extLst>
          </p:cNvPr>
          <p:cNvCxnSpPr/>
          <p:nvPr/>
        </p:nvCxnSpPr>
        <p:spPr>
          <a:xfrm flipH="1">
            <a:off x="3639671" y="3550024"/>
            <a:ext cx="3693458" cy="797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8669F73-1F47-1FD7-A45A-046CC3C0545A}"/>
              </a:ext>
            </a:extLst>
          </p:cNvPr>
          <p:cNvCxnSpPr/>
          <p:nvPr/>
        </p:nvCxnSpPr>
        <p:spPr>
          <a:xfrm>
            <a:off x="2671482" y="2106706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1243C41-310B-A8A9-BB7D-45830EDD1730}"/>
              </a:ext>
            </a:extLst>
          </p:cNvPr>
          <p:cNvCxnSpPr/>
          <p:nvPr/>
        </p:nvCxnSpPr>
        <p:spPr>
          <a:xfrm>
            <a:off x="2644588" y="2106706"/>
            <a:ext cx="2958353" cy="224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DB1E2BD-513B-1CCB-57F1-7510CE09A9F6}"/>
              </a:ext>
            </a:extLst>
          </p:cNvPr>
          <p:cNvCxnSpPr/>
          <p:nvPr/>
        </p:nvCxnSpPr>
        <p:spPr>
          <a:xfrm>
            <a:off x="2214282" y="2106706"/>
            <a:ext cx="914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DB4A64FE-F7BA-04D2-1738-5C9E749F164C}"/>
              </a:ext>
            </a:extLst>
          </p:cNvPr>
          <p:cNvCxnSpPr/>
          <p:nvPr/>
        </p:nvCxnSpPr>
        <p:spPr>
          <a:xfrm>
            <a:off x="968188" y="1891553"/>
            <a:ext cx="3550024" cy="2456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3802DEB6-5EFC-8C5F-B095-660B3735C9C2}"/>
              </a:ext>
            </a:extLst>
          </p:cNvPr>
          <p:cNvCxnSpPr/>
          <p:nvPr/>
        </p:nvCxnSpPr>
        <p:spPr>
          <a:xfrm>
            <a:off x="4778188" y="2106706"/>
            <a:ext cx="2178424" cy="224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D377A33-B6D0-9502-8AF3-D59628FD85E6}"/>
              </a:ext>
            </a:extLst>
          </p:cNvPr>
          <p:cNvCxnSpPr/>
          <p:nvPr/>
        </p:nvCxnSpPr>
        <p:spPr>
          <a:xfrm flipH="1">
            <a:off x="7844118" y="2106706"/>
            <a:ext cx="161364" cy="224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DF9D9B6-92AB-1743-C100-319B396D3124}"/>
              </a:ext>
            </a:extLst>
          </p:cNvPr>
          <p:cNvCxnSpPr/>
          <p:nvPr/>
        </p:nvCxnSpPr>
        <p:spPr>
          <a:xfrm flipH="1">
            <a:off x="8534400" y="2106706"/>
            <a:ext cx="3316941" cy="2241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26">
            <a:extLst>
              <a:ext uri="{FF2B5EF4-FFF2-40B4-BE49-F238E27FC236}">
                <a16:creationId xmlns:a16="http://schemas.microsoft.com/office/drawing/2014/main" id="{5D3AC87A-26B1-04C1-CC1F-C56062F87FCD}"/>
              </a:ext>
            </a:extLst>
          </p:cNvPr>
          <p:cNvSpPr txBox="1"/>
          <p:nvPr/>
        </p:nvSpPr>
        <p:spPr>
          <a:xfrm>
            <a:off x="254804" y="2699748"/>
            <a:ext cx="1802596" cy="371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FF0000"/>
                </a:solidFill>
              </a:rPr>
              <a:t>STEP 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71F59348-428B-9E45-5706-7C4F3AA6D821}"/>
              </a:ext>
            </a:extLst>
          </p:cNvPr>
          <p:cNvCxnSpPr>
            <a:cxnSpLocks/>
          </p:cNvCxnSpPr>
          <p:nvPr/>
        </p:nvCxnSpPr>
        <p:spPr>
          <a:xfrm>
            <a:off x="6875929" y="1246094"/>
            <a:ext cx="4267200" cy="2877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67D5B4AC-4357-CCA3-2D1E-B79408B1A3FB}"/>
              </a:ext>
            </a:extLst>
          </p:cNvPr>
          <p:cNvSpPr txBox="1"/>
          <p:nvPr/>
        </p:nvSpPr>
        <p:spPr>
          <a:xfrm>
            <a:off x="10004612" y="4347882"/>
            <a:ext cx="2043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若发货要求有</a:t>
            </a:r>
            <a:r>
              <a:rPr lang="zh-CN" altLang="en-US" b="1" dirty="0"/>
              <a:t>专送</a:t>
            </a:r>
            <a:r>
              <a:rPr lang="zh-CN" altLang="en-US" dirty="0"/>
              <a:t>则需</a:t>
            </a:r>
            <a:r>
              <a:rPr lang="en-US" altLang="zh-CN" dirty="0"/>
              <a:t>STEP3</a:t>
            </a:r>
            <a:r>
              <a:rPr lang="zh-CN" altLang="en-US" dirty="0"/>
              <a:t>生成送货单，若无则无需</a:t>
            </a:r>
            <a:r>
              <a:rPr lang="en-US" altLang="zh-CN" dirty="0"/>
              <a:t>STEP3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6189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AB9B4-0E76-FED1-8B45-7A568EC56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49298"/>
            <a:ext cx="10515600" cy="1325563"/>
          </a:xfrm>
        </p:spPr>
        <p:txBody>
          <a:bodyPr/>
          <a:lstStyle/>
          <a:p>
            <a:r>
              <a:rPr lang="zh-CN" altLang="en-US" dirty="0"/>
              <a:t>延锋智能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54B7F5-A2CC-5634-30A3-A0800BC23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8625"/>
            <a:ext cx="12192000" cy="19568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B35F7CB-0750-B480-CB03-9EDF5826A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230" y="3067524"/>
            <a:ext cx="9580952" cy="3790476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F789426-B86C-809F-D597-D30C617EB692}"/>
              </a:ext>
            </a:extLst>
          </p:cNvPr>
          <p:cNvCxnSpPr/>
          <p:nvPr/>
        </p:nvCxnSpPr>
        <p:spPr>
          <a:xfrm>
            <a:off x="2796988" y="2375647"/>
            <a:ext cx="3021106" cy="1757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DECAFC2-E585-35F7-7446-1C057A7DBACA}"/>
              </a:ext>
            </a:extLst>
          </p:cNvPr>
          <p:cNvCxnSpPr/>
          <p:nvPr/>
        </p:nvCxnSpPr>
        <p:spPr>
          <a:xfrm>
            <a:off x="609600" y="2286000"/>
            <a:ext cx="3953435" cy="1739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9966A9F-6CB1-BD6F-DDB9-52E7ACB18ABD}"/>
              </a:ext>
            </a:extLst>
          </p:cNvPr>
          <p:cNvCxnSpPr/>
          <p:nvPr/>
        </p:nvCxnSpPr>
        <p:spPr>
          <a:xfrm flipH="1">
            <a:off x="3953435" y="2375647"/>
            <a:ext cx="7512424" cy="1757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2B5CD8F-4300-1587-83BF-A2538CDB7BEF}"/>
              </a:ext>
            </a:extLst>
          </p:cNvPr>
          <p:cNvCxnSpPr/>
          <p:nvPr/>
        </p:nvCxnSpPr>
        <p:spPr>
          <a:xfrm>
            <a:off x="7969624" y="2375647"/>
            <a:ext cx="224117" cy="1757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2163206-46F6-06F1-63A3-ED743235EA40}"/>
              </a:ext>
            </a:extLst>
          </p:cNvPr>
          <p:cNvCxnSpPr/>
          <p:nvPr/>
        </p:nvCxnSpPr>
        <p:spPr>
          <a:xfrm>
            <a:off x="4823012" y="2375647"/>
            <a:ext cx="2097741" cy="1757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04F0184-7D04-6033-E1AE-792AAA0CBC05}"/>
              </a:ext>
            </a:extLst>
          </p:cNvPr>
          <p:cNvCxnSpPr/>
          <p:nvPr/>
        </p:nvCxnSpPr>
        <p:spPr>
          <a:xfrm>
            <a:off x="2716306" y="2375647"/>
            <a:ext cx="80682" cy="1757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1C951F5-11F2-7375-C444-545BA66E657E}"/>
              </a:ext>
            </a:extLst>
          </p:cNvPr>
          <p:cNvSpPr txBox="1"/>
          <p:nvPr/>
        </p:nvSpPr>
        <p:spPr>
          <a:xfrm>
            <a:off x="88612" y="2784428"/>
            <a:ext cx="1802596" cy="371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STEP 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0AE4B51-EE78-7147-A58E-29861A736671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264024" y="435678"/>
            <a:ext cx="3478305" cy="1115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E99186C-58F1-38AC-ADB7-914233785005}"/>
              </a:ext>
            </a:extLst>
          </p:cNvPr>
          <p:cNvSpPr txBox="1"/>
          <p:nvPr/>
        </p:nvSpPr>
        <p:spPr>
          <a:xfrm>
            <a:off x="4742329" y="251012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地址为申江路则需</a:t>
            </a:r>
            <a:r>
              <a:rPr lang="en-US" altLang="zh-CN" b="1" dirty="0">
                <a:solidFill>
                  <a:srgbClr val="FF0000"/>
                </a:solidFill>
              </a:rPr>
              <a:t>STEP2</a:t>
            </a:r>
            <a:r>
              <a:rPr lang="en-US" altLang="zh-CN" dirty="0"/>
              <a:t>,</a:t>
            </a:r>
            <a:r>
              <a:rPr lang="zh-CN" altLang="en-US" dirty="0"/>
              <a:t>反之无需</a:t>
            </a:r>
          </a:p>
        </p:txBody>
      </p:sp>
    </p:spTree>
    <p:extLst>
      <p:ext uri="{BB962C8B-B14F-4D97-AF65-F5344CB8AC3E}">
        <p14:creationId xmlns:p14="http://schemas.microsoft.com/office/powerpoint/2010/main" val="3402904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FD90C-B51C-A493-0F34-4E01350D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49296"/>
            <a:ext cx="10515600" cy="1325563"/>
          </a:xfrm>
        </p:spPr>
        <p:txBody>
          <a:bodyPr/>
          <a:lstStyle/>
          <a:p>
            <a:r>
              <a:rPr lang="zh-CN" altLang="en-US" dirty="0"/>
              <a:t>延锋智能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159781F-95B5-6261-4023-025C26518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506662"/>
            <a:ext cx="4290903" cy="435133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1ED6B52-C70A-F148-0BCB-F2A8402C1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9822"/>
            <a:ext cx="12192000" cy="19568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645A48F-5FB4-5FDF-ED3E-8570791BC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096" y="2483997"/>
            <a:ext cx="4290904" cy="4374003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98D6F47-3729-E6FD-5192-E0FB7661BA4F}"/>
              </a:ext>
            </a:extLst>
          </p:cNvPr>
          <p:cNvCxnSpPr/>
          <p:nvPr/>
        </p:nvCxnSpPr>
        <p:spPr>
          <a:xfrm>
            <a:off x="1021976" y="2088776"/>
            <a:ext cx="0" cy="1272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FD94230-D179-518E-4BFF-D444C36879EB}"/>
              </a:ext>
            </a:extLst>
          </p:cNvPr>
          <p:cNvCxnSpPr/>
          <p:nvPr/>
        </p:nvCxnSpPr>
        <p:spPr>
          <a:xfrm>
            <a:off x="2805953" y="2277035"/>
            <a:ext cx="0" cy="986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D8D0504-1F2F-E23A-129D-D5C82A38672B}"/>
              </a:ext>
            </a:extLst>
          </p:cNvPr>
          <p:cNvCxnSpPr/>
          <p:nvPr/>
        </p:nvCxnSpPr>
        <p:spPr>
          <a:xfrm flipH="1">
            <a:off x="3236259" y="2268071"/>
            <a:ext cx="2644588" cy="1443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A9C6FE9-1747-06AF-357B-1AEE40A0CBF5}"/>
              </a:ext>
            </a:extLst>
          </p:cNvPr>
          <p:cNvCxnSpPr/>
          <p:nvPr/>
        </p:nvCxnSpPr>
        <p:spPr>
          <a:xfrm flipH="1">
            <a:off x="851647" y="2088776"/>
            <a:ext cx="7049449" cy="2079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6695CB7-8982-5E46-9000-1772A582B234}"/>
              </a:ext>
            </a:extLst>
          </p:cNvPr>
          <p:cNvCxnSpPr/>
          <p:nvPr/>
        </p:nvCxnSpPr>
        <p:spPr>
          <a:xfrm flipH="1">
            <a:off x="950259" y="2277035"/>
            <a:ext cx="1443317" cy="2241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72B1279-502D-903D-5F34-F528EC9AAC8E}"/>
              </a:ext>
            </a:extLst>
          </p:cNvPr>
          <p:cNvCxnSpPr/>
          <p:nvPr/>
        </p:nvCxnSpPr>
        <p:spPr>
          <a:xfrm flipH="1">
            <a:off x="1147482" y="4580965"/>
            <a:ext cx="89647" cy="1308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39D4189-C83D-163D-D46F-E9116C6752E8}"/>
              </a:ext>
            </a:extLst>
          </p:cNvPr>
          <p:cNvCxnSpPr/>
          <p:nvPr/>
        </p:nvCxnSpPr>
        <p:spPr>
          <a:xfrm flipH="1">
            <a:off x="2689412" y="2088776"/>
            <a:ext cx="2017059" cy="2079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8D4639D-C47A-5060-CA14-7CBAE933E2EB}"/>
              </a:ext>
            </a:extLst>
          </p:cNvPr>
          <p:cNvSpPr txBox="1"/>
          <p:nvPr/>
        </p:nvSpPr>
        <p:spPr>
          <a:xfrm>
            <a:off x="4376371" y="3361765"/>
            <a:ext cx="1891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其他无需填写，</a:t>
            </a:r>
            <a:r>
              <a:rPr lang="en-US" altLang="zh-CN" dirty="0"/>
              <a:t>RH</a:t>
            </a:r>
            <a:r>
              <a:rPr lang="zh-CN" altLang="en-US" dirty="0"/>
              <a:t>同理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CDE79B-BCC0-F862-F2B4-A389BEA438D6}"/>
              </a:ext>
            </a:extLst>
          </p:cNvPr>
          <p:cNvSpPr txBox="1"/>
          <p:nvPr/>
        </p:nvSpPr>
        <p:spPr>
          <a:xfrm>
            <a:off x="4465328" y="4211614"/>
            <a:ext cx="1802596" cy="371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STEP 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593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239</Words>
  <Application>Microsoft Office PowerPoint</Application>
  <PresentationFormat>宽屏</PresentationFormat>
  <Paragraphs>37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SHIPPING WORK </vt:lpstr>
      <vt:lpstr>AUTOLIV </vt:lpstr>
      <vt:lpstr>样件标示卡1</vt:lpstr>
      <vt:lpstr>样件标示卡2</vt:lpstr>
      <vt:lpstr>ZF 0159</vt:lpstr>
      <vt:lpstr>PowerPoint 演示文稿</vt:lpstr>
      <vt:lpstr>ZF 3385</vt:lpstr>
      <vt:lpstr>临港、合肥、宁波均胜</vt:lpstr>
      <vt:lpstr>临港、合肥、宁波均胜</vt:lpstr>
      <vt:lpstr>临港、合肥、宁波均胜</vt:lpstr>
      <vt:lpstr>延锋智能</vt:lpstr>
      <vt:lpstr>延锋智能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晓冬 蔡</dc:creator>
  <cp:lastModifiedBy>晓冬 蔡</cp:lastModifiedBy>
  <cp:revision>8</cp:revision>
  <dcterms:created xsi:type="dcterms:W3CDTF">2025-11-24T06:22:02Z</dcterms:created>
  <dcterms:modified xsi:type="dcterms:W3CDTF">2025-11-25T07:08:27Z</dcterms:modified>
</cp:coreProperties>
</file>